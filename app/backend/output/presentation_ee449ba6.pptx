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Financial Overview of GRP Industries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Protective Application Products for Various Industries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GRP Industries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Total Assets: $1.98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Total Liabilities: $1.07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• Total Equity: $0.91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Financial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34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Total Assets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$1.98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828800"/>
            <a:ext cx="3200400" cy="1371600"/>
          </a:xfrm>
          <a:prstGeom prst="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2011680"/>
            <a:ext cx="2834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Total Liabilities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$1.07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57600"/>
            <a:ext cx="3200400" cy="1371600"/>
          </a:xfrm>
          <a:prstGeom prst="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834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Total Equity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$0.91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657600"/>
            <a:ext cx="3200400" cy="1371600"/>
          </a:xfrm>
          <a:prstGeom prst="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3840480"/>
            <a:ext cx="28346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8C8C8"/>
                </a:solidFill>
              </a:defRPr>
            </a:pPr>
            <a:r>
              <a:t>Current Assets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$0.00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Assets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Overview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Total: $1.98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Current: $0.00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Non-Current: $1.98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3657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Breakdown</a:t>
            </a:r>
          </a:p>
          <a:p>
            <a:pPr>
              <a:spcBef>
                <a:spcPts val="800"/>
              </a:spcBef>
              <a:defRPr sz="1600">
                <a:solidFill>
                  <a:srgbClr val="C8C8C8"/>
                </a:solidFill>
              </a:defRPr>
            </a:pPr>
            <a:r>
              <a:t>Fixed Assets: 12%</a:t>
            </a:r>
          </a:p>
          <a:p>
            <a:pPr>
              <a:spcBef>
                <a:spcPts val="800"/>
              </a:spcBef>
              <a:defRPr sz="1600">
                <a:solidFill>
                  <a:srgbClr val="C8C8C8"/>
                </a:solidFill>
              </a:defRPr>
            </a:pPr>
            <a:r>
              <a:t>CWIP: 0%</a:t>
            </a:r>
          </a:p>
          <a:p>
            <a:pPr>
              <a:spcBef>
                <a:spcPts val="800"/>
              </a:spcBef>
              <a:defRPr sz="1600">
                <a:solidFill>
                  <a:srgbClr val="C8C8C8"/>
                </a:solidFill>
              </a:defRPr>
            </a:pPr>
            <a:r>
              <a:t>Investments: 75%</a:t>
            </a:r>
          </a:p>
          <a:p>
            <a:pPr>
              <a:spcBef>
                <a:spcPts val="800"/>
              </a:spcBef>
              <a:defRPr sz="1600">
                <a:solidFill>
                  <a:srgbClr val="C8C8C8"/>
                </a:solidFill>
              </a:defRPr>
            </a:pPr>
            <a:r>
              <a:t>Other Assets: 12%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Liabilities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Overview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Total: $1.07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Current: $0.00</a:t>
            </a:r>
          </a:p>
          <a:p>
            <a:pPr>
              <a:spcBef>
                <a:spcPts val="1000"/>
              </a:spcBef>
              <a:defRPr sz="1800">
                <a:solidFill>
                  <a:srgbClr val="C8C8C8"/>
                </a:solidFill>
              </a:defRPr>
            </a:pPr>
            <a:r>
              <a:t>Non-Current: N/A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Financial Ratios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Debt to Equity Ratio: 1.18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For every dollar of equity, the company has $1.18 in debt. A higher ratio indicates higher financial leverage.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solidFill>
            <a:srgbClr val="FFFFFF">
              <a:lumMod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Current Ratio: N/A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As current assets and liabilities are both zero, the current ratio cannot be calculated.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Takeaways</a:t>
            </a:r>
          </a:p>
          <a:p>
            <a:pPr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✓ Total equity is strong at $0.91</a:t>
            </a:r>
          </a:p>
          <a:p>
            <a:pPr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✓ Debt-to-equity ratio is 1.18</a:t>
            </a:r>
          </a:p>
          <a:p>
            <a:pPr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✓ Lack of current assets may impact liquidity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Next Steps</a:t>
            </a:r>
          </a:p>
          <a:p>
            <a:pPr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1. Analyze current asset composition</a:t>
            </a:r>
          </a:p>
          <a:p>
            <a:pPr>
              <a:spcBef>
                <a:spcPts val="1000"/>
              </a:spcBef>
              <a:defRPr sz="1600">
                <a:solidFill>
                  <a:srgbClr val="C8C8C8"/>
                </a:solidFill>
              </a:defRPr>
            </a:pPr>
            <a:r>
              <a:t>2. Explore options to improve liquidity position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